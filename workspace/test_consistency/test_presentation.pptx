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b="1" sz="7200">
                <a:solidFill>
                  <a:srgbClr val="FFFFFF"/>
                </a:solidFill>
                <a:latin typeface="Segoe UI"/>
              </a:defRPr>
            </a:pPr>
            <a:r>
              <a:t>NotebookLM-Style Consistency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b="0" sz="3600">
                <a:solidFill>
                  <a:srgbClr val="B4B4B4"/>
                </a:solidFill>
                <a:latin typeface="Segoe UI"/>
              </a:defRPr>
            </a:pPr>
            <a:r>
              <a:t>Testing Unified Design System</a:t>
            </a:r>
          </a:p>
          <a:p>
            <a:pPr algn="ctr">
              <a:lnSpc>
                <a:spcPct val="150000"/>
              </a:lnSpc>
              <a:defRPr b="0" sz="3600">
                <a:solidFill>
                  <a:srgbClr val="B4B4B4"/>
                </a:solidFill>
                <a:latin typeface="Segoe U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5400">
                <a:solidFill>
                  <a:srgbClr val="FFFFFF"/>
                </a:solidFill>
                <a:latin typeface="Segoe UI"/>
              </a:defRPr>
            </a:pPr>
            <a:r>
              <a:t>Typography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9436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All titles: 54pt Segoe UI Bold</a:t>
            </a:r>
          </a:p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All content: 28pt Segoe UI Regular</a:t>
            </a:r>
          </a:p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Line spacing: 1.5x for readability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5400">
                <a:solidFill>
                  <a:srgbClr val="FFFFFF"/>
                </a:solidFill>
                <a:latin typeface="Segoe UI"/>
              </a:defRPr>
            </a:pPr>
            <a:r>
              <a:t>Layout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9436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Title: 0.6" from top, 0.8" from left</a:t>
            </a:r>
          </a:p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Content: 2.2" from top, 0.8" from left</a:t>
            </a:r>
          </a:p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Pixel-perfect positioning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5400">
                <a:solidFill>
                  <a:srgbClr val="FFFFFF"/>
                </a:solidFill>
                <a:latin typeface="Segoe UI"/>
              </a:defRPr>
            </a:pPr>
            <a:r>
              <a:t>Visual Background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9436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AI generates backgrounds</a:t>
            </a:r>
          </a:p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Text added programmatically</a:t>
            </a:r>
          </a:p>
          <a:p>
            <a:pPr algn="l">
              <a:lnSpc>
                <a:spcPct val="150000"/>
              </a:lnSpc>
              <a:defRPr b="0" sz="2800">
                <a:solidFill>
                  <a:srgbClr val="E6E6E6"/>
                </a:solidFill>
                <a:latin typeface="Segoe UI"/>
              </a:defRPr>
            </a:pPr>
            <a:r>
              <a:t>• No text in generated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560320"/>
            <a:ext cx="94484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84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b="0" sz="3200">
                <a:solidFill>
                  <a:srgbClr val="E6E6E6"/>
                </a:solidFill>
                <a:latin typeface="Segoe UI"/>
              </a:defRPr>
            </a:pPr>
            <a:r>
              <a:t>Consistent Design System</a:t>
            </a:r>
          </a:p>
          <a:p>
            <a:pPr algn="ctr">
              <a:lnSpc>
                <a:spcPct val="150000"/>
              </a:lnSpc>
              <a:defRPr b="0" sz="3200">
                <a:solidFill>
                  <a:srgbClr val="E6E6E6"/>
                </a:solidFill>
                <a:latin typeface="Segoe UI"/>
              </a:defRPr>
            </a:pPr>
            <a:r>
              <a:t>NotebookLM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